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A2D427-72C1-1D13-284C-54225A8579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20DC30-1BEF-EFA8-9DB1-C891584B8E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8577EB-BBF6-C315-C996-C56F1F1B90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0A00B8-3157-4E79-9764-FCF82658449A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9BA7AB-237E-AEEB-A67B-67ED12B74A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49001A-8662-BAAD-02A5-B234F1876E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E65AE-2306-4387-BC58-8BC06023F8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456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087781-D51B-D60B-195F-234A622CE1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85E7B6-0A4E-5675-3FC0-74A3CF2787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AF9FD5-3FCD-55C8-5B46-D66154E33F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0A00B8-3157-4E79-9764-FCF82658449A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E24E68-C7CD-466E-0352-BB1DDC40B7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DB5B3A-FDAA-10C3-EBD4-6B3A9C40AA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E65AE-2306-4387-BC58-8BC06023F8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07245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59D1DE-6360-AABF-B969-972485D600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AD55DD-691B-3C98-8A77-2D8A92E7AB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9F02D4-F76B-7EB8-E65A-FE2EB8E917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0A00B8-3157-4E79-9764-FCF82658449A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3EC6B7-BC54-B1D6-B54B-134AD9DD4C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1F3C0-4665-79B8-65AA-F02DD416F9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E65AE-2306-4387-BC58-8BC06023F8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35443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9BA930-C073-A293-65A5-78DF5D0AAE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A3601D-F0B9-A500-974F-BDEDB3841B7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85986C-FCBD-FF43-F255-D3B5FC719D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3FC83E-37C4-90A9-0B32-F947A5BE44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0A00B8-3157-4E79-9764-FCF82658449A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A2357D-F7C1-FCDF-2A77-8318AB0C8B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01FA3E-A060-0CE6-AA3E-3AC7691962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E65AE-2306-4387-BC58-8BC06023F8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38162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6226EE-CEB8-ADB5-7E40-0936DB89D6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24F772-55EF-524B-406D-36210879E5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8A277D-1F41-DD21-2621-9479E1D44A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E3F28ED-2D36-E3BD-0A86-A2AC9359E37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FAE96A4-F8E8-BE1B-9685-634F762B8AE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9C1E873-AF4B-2B4D-796A-93A7027283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0A00B8-3157-4E79-9764-FCF82658449A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B629447-F4F2-316D-33A8-D89DA9661C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9C38293-F06A-EFA1-F74F-4B165C1EDE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E65AE-2306-4387-BC58-8BC06023F8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79440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C188B9-50EA-C9E0-8BC9-09B1C17264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5E7676A-E07E-BF39-0F05-62AC911FCC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0A00B8-3157-4E79-9764-FCF82658449A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15D9576-E40F-A67E-C21F-9507A39A53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78EC76E-0E48-874F-A427-89B07A2AFB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E65AE-2306-4387-BC58-8BC06023F8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04378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730CA13-773B-0036-9C9E-6C4552F446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0A00B8-3157-4E79-9764-FCF82658449A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9F83EA0-829B-B6B3-70A2-C18B29E12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6DF1BF-4117-9DAE-A9A7-2C8D7721B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E65AE-2306-4387-BC58-8BC06023F8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78840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F5E886-8DD0-CBB2-63B0-863B2EC668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810C81-D7D3-2962-B376-65D8F0FBA4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03310D-F8E5-C055-3A6C-C769FE0978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35A097-08C2-B36A-A529-56289AB739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0A00B8-3157-4E79-9764-FCF82658449A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9FE3A2-74BB-FB3F-30BE-65D0B5A64F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208A75-A060-5F89-EAE4-7DEEDC6142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E65AE-2306-4387-BC58-8BC06023F8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34793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836973-D612-5D98-6AFF-090FF6411D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7B40C5-06C2-3002-E544-A7F94CB7197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A8A8D4-8CE5-5E26-C8EF-1796E05851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72B532-6393-EC46-8FCB-201AA9680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0A00B8-3157-4E79-9764-FCF82658449A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A13FAF-62ED-1C9F-3BEA-8AAEE23B73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6101AE-0DDD-7974-BC99-D6F788122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E65AE-2306-4387-BC58-8BC06023F8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18135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AC91DE-E73F-40C4-6B24-D421022927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14AD2DC-F128-3006-0166-3176484231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A05841-FB7A-6360-7BE1-A523BEA813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0A00B8-3157-4E79-9764-FCF82658449A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F708C9-DE96-4DE2-F180-C6489FBDEB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2F5657-D2AC-4EC7-6FA9-4D58ABFE41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E65AE-2306-4387-BC58-8BC06023F8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7785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FDA176B-8618-8127-6599-89D48298763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03D8833-4EE0-1636-356B-040D49191F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C2CA8C-A607-BBF2-E628-3AEA96062F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0A00B8-3157-4E79-9764-FCF82658449A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8E309D-8A20-4882-106D-BBFCD08A9E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ACAAE9-47C3-4AA5-054F-270954AD91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E65AE-2306-4387-BC58-8BC06023F8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49553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CF51648-0A75-7F43-54AD-5AF955BA19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35685C-F01F-A0A3-E0C1-A699164BE3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B21DBF-8E6B-0CCE-DC45-3DA67951307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70A00B8-3157-4E79-9764-FCF82658449A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58F430-EDDE-E619-3BF0-5694845FEC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F87A6E-6ED7-11AB-D5D4-17901D55FA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7E65AE-2306-4387-BC58-8BC06023F8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02478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C7DFDE-B8E3-BEE7-2961-8218BAAB3A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04735"/>
            <a:ext cx="9144000" cy="2851228"/>
          </a:xfrm>
        </p:spPr>
        <p:txBody>
          <a:bodyPr>
            <a:normAutofit/>
          </a:bodyPr>
          <a:lstStyle/>
          <a:p>
            <a:r>
              <a:rPr lang="en-US" dirty="0"/>
              <a:t>Retail Transaction Data - Exploratory Data Analysis (EDA)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1966E6D-EC1D-5986-947C-CAE9AC8BCD8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Created by:Ghanshyam Bhardwaj</a:t>
            </a:r>
          </a:p>
        </p:txBody>
      </p:sp>
    </p:spTree>
    <p:extLst>
      <p:ext uri="{BB962C8B-B14F-4D97-AF65-F5344CB8AC3E}">
        <p14:creationId xmlns:p14="http://schemas.microsoft.com/office/powerpoint/2010/main" val="34424007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D6D2D71-9584-1443-6F81-189234EB1580}"/>
              </a:ext>
            </a:extLst>
          </p:cNvPr>
          <p:cNvSpPr txBox="1"/>
          <p:nvPr/>
        </p:nvSpPr>
        <p:spPr>
          <a:xfrm>
            <a:off x="1019330" y="734519"/>
            <a:ext cx="10358203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/>
              <a:t>Project Overview</a:t>
            </a:r>
          </a:p>
          <a:p>
            <a:pPr>
              <a:buNone/>
            </a:pPr>
            <a:r>
              <a:rPr lang="en-US" sz="2400" dirty="0"/>
              <a:t>This project focuses on performing </a:t>
            </a:r>
            <a:r>
              <a:rPr lang="en-US" sz="2400" b="1" dirty="0"/>
              <a:t>Exploratory Data Analysis (EDA)</a:t>
            </a:r>
            <a:r>
              <a:rPr lang="en-US" sz="2400" dirty="0"/>
              <a:t> on a large-scale retail transaction dataset containing </a:t>
            </a:r>
            <a:r>
              <a:rPr lang="en-US" sz="2400" b="1" dirty="0"/>
              <a:t>100,000 records and 18 variables</a:t>
            </a:r>
            <a:r>
              <a:rPr lang="en-US" sz="2400" dirty="0"/>
              <a:t>. The objective is to uncover patterns, trends, and insights that can help businesses make data-driven decisions.</a:t>
            </a:r>
          </a:p>
          <a:p>
            <a:pPr>
              <a:buNone/>
            </a:pPr>
            <a:r>
              <a:rPr lang="en-US" sz="2400" dirty="0"/>
              <a:t>The analysis includes </a:t>
            </a:r>
            <a:r>
              <a:rPr lang="en-US" sz="2400" b="1" dirty="0"/>
              <a:t>Univariate, Bivariate, and Multivariate techniques</a:t>
            </a:r>
            <a:r>
              <a:rPr lang="en-US" sz="2400" dirty="0"/>
              <a:t> using Python libraries such as Pandas, NumPy, Matplotlib, and Seaborn.</a:t>
            </a:r>
          </a:p>
        </p:txBody>
      </p:sp>
    </p:spTree>
    <p:extLst>
      <p:ext uri="{BB962C8B-B14F-4D97-AF65-F5344CB8AC3E}">
        <p14:creationId xmlns:p14="http://schemas.microsoft.com/office/powerpoint/2010/main" val="24154339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A93C04C-2580-3B2C-23E6-D1EDCADE2239}"/>
              </a:ext>
            </a:extLst>
          </p:cNvPr>
          <p:cNvSpPr txBox="1"/>
          <p:nvPr/>
        </p:nvSpPr>
        <p:spPr>
          <a:xfrm>
            <a:off x="1439056" y="1663908"/>
            <a:ext cx="956372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/>
              <a:t>Objectives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Understand the structure and distribution of the dataset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Identify trends and patterns in customer purchases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Analyze relationships between different variables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Detect outliers and anomalies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Generate meaningful business insights</a:t>
            </a:r>
          </a:p>
        </p:txBody>
      </p:sp>
    </p:spTree>
    <p:extLst>
      <p:ext uri="{BB962C8B-B14F-4D97-AF65-F5344CB8AC3E}">
        <p14:creationId xmlns:p14="http://schemas.microsoft.com/office/powerpoint/2010/main" val="21015014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D97CA9D-072D-BBC3-1E04-00B552D96DB3}"/>
              </a:ext>
            </a:extLst>
          </p:cNvPr>
          <p:cNvSpPr txBox="1"/>
          <p:nvPr/>
        </p:nvSpPr>
        <p:spPr>
          <a:xfrm>
            <a:off x="1528996" y="944380"/>
            <a:ext cx="8904157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/>
              <a:t>Dataset Description</a:t>
            </a:r>
          </a:p>
          <a:p>
            <a:pPr>
              <a:buNone/>
            </a:pPr>
            <a:r>
              <a:rPr lang="en-US" sz="2400" dirty="0"/>
              <a:t>The dataset contains retail transaction details such as: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Customer ID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Age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Gender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Product Category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Quantity Purchased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Price per Unit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Total Amount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Purchase Date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Payment Method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Location</a:t>
            </a:r>
          </a:p>
        </p:txBody>
      </p:sp>
    </p:spTree>
    <p:extLst>
      <p:ext uri="{BB962C8B-B14F-4D97-AF65-F5344CB8AC3E}">
        <p14:creationId xmlns:p14="http://schemas.microsoft.com/office/powerpoint/2010/main" val="25652194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3F61722-583E-651C-4E9F-186962C32A9D}"/>
              </a:ext>
            </a:extLst>
          </p:cNvPr>
          <p:cNvSpPr txBox="1"/>
          <p:nvPr/>
        </p:nvSpPr>
        <p:spPr>
          <a:xfrm>
            <a:off x="1154243" y="1049311"/>
            <a:ext cx="10433154" cy="32316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/>
              <a:t>Tools &amp; Technologies Used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Python</a:t>
            </a:r>
            <a:endParaRPr lang="en-US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Pandas</a:t>
            </a:r>
            <a:r>
              <a:rPr lang="en-US" sz="2400" dirty="0"/>
              <a:t> – Data manipulation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NumPy</a:t>
            </a:r>
            <a:r>
              <a:rPr lang="en-US" sz="2400" dirty="0"/>
              <a:t> – Numerical operations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Matplotlib</a:t>
            </a:r>
            <a:r>
              <a:rPr lang="en-US" sz="2400" dirty="0"/>
              <a:t> – Data visualization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Seaborn</a:t>
            </a:r>
            <a:r>
              <a:rPr lang="en-US" sz="2400" dirty="0"/>
              <a:t> – Advanced visualization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Jupyter Notebook / VS Code</a:t>
            </a:r>
            <a:endParaRPr lang="en-US" sz="2400" dirty="0"/>
          </a:p>
          <a:p>
            <a:pPr>
              <a:buNone/>
            </a:pP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69237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C68DCD4-0644-EA75-7285-E87FD9BD9E5B}"/>
              </a:ext>
            </a:extLst>
          </p:cNvPr>
          <p:cNvSpPr txBox="1"/>
          <p:nvPr/>
        </p:nvSpPr>
        <p:spPr>
          <a:xfrm>
            <a:off x="884420" y="1440093"/>
            <a:ext cx="8255831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/>
              <a:t>EDA Techniques Applied</a:t>
            </a:r>
          </a:p>
          <a:p>
            <a:pPr>
              <a:buNone/>
            </a:pPr>
            <a:r>
              <a:rPr lang="en-US" sz="2400" b="1" dirty="0"/>
              <a:t>🔹 1. Univariate Analysis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Distribution plots (Histogram, KDE)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Count plots for categorical variables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Summary statistics (mean, median, mode)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400" dirty="0"/>
          </a:p>
          <a:p>
            <a:pPr>
              <a:buNone/>
            </a:pPr>
            <a:r>
              <a:rPr lang="en-US" sz="2400" b="1" dirty="0"/>
              <a:t>🔹 2. Bivariate Analysis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Scatter plots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Bar charts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Correlation analysis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Grouped aggregations</a:t>
            </a:r>
          </a:p>
          <a:p>
            <a:pPr>
              <a:buNone/>
            </a:pPr>
            <a:r>
              <a:rPr lang="en-US" sz="2400" b="1" dirty="0"/>
              <a:t>🔹 3. Multivariate Analysis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Heatmaps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Pair plots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Feature relationships analysis</a:t>
            </a:r>
          </a:p>
        </p:txBody>
      </p:sp>
    </p:spTree>
    <p:extLst>
      <p:ext uri="{BB962C8B-B14F-4D97-AF65-F5344CB8AC3E}">
        <p14:creationId xmlns:p14="http://schemas.microsoft.com/office/powerpoint/2010/main" val="25415754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17BBCAC-CC57-A305-91D3-00BE5F2BEB2D}"/>
              </a:ext>
            </a:extLst>
          </p:cNvPr>
          <p:cNvSpPr txBox="1"/>
          <p:nvPr/>
        </p:nvSpPr>
        <p:spPr>
          <a:xfrm>
            <a:off x="1289154" y="1259174"/>
            <a:ext cx="7851097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/>
              <a:t>Key Insights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Identified top-selling product categories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Observed purchasing behavior across different age groups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Found correlation between price, quantity, and total amount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Detected seasonal trends in purchase patterns</a:t>
            </a:r>
          </a:p>
        </p:txBody>
      </p:sp>
    </p:spTree>
    <p:extLst>
      <p:ext uri="{BB962C8B-B14F-4D97-AF65-F5344CB8AC3E}">
        <p14:creationId xmlns:p14="http://schemas.microsoft.com/office/powerpoint/2010/main" val="24554381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7D6C6E8-2CC0-068B-A168-7C8F69D44A09}"/>
              </a:ext>
            </a:extLst>
          </p:cNvPr>
          <p:cNvSpPr txBox="1"/>
          <p:nvPr/>
        </p:nvSpPr>
        <p:spPr>
          <a:xfrm>
            <a:off x="764498" y="1633928"/>
            <a:ext cx="9308892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/>
              <a:t>Sample Visualizations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Sales distribution histogram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Category-wise sales bar chart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Correlation heatmap</a:t>
            </a:r>
          </a:p>
          <a:p>
            <a:endParaRPr lang="en-US" sz="2400" dirty="0"/>
          </a:p>
          <a:p>
            <a:r>
              <a:rPr lang="en-US" sz="2400" b="1" dirty="0"/>
              <a:t>Conclusion</a:t>
            </a:r>
          </a:p>
          <a:p>
            <a:r>
              <a:rPr lang="en-US" sz="2400" dirty="0"/>
              <a:t>This project demonstrates how EDA helps in understanding complex datasets and extracting actionable insights. It forms the foundation for advanced analytics and machine learning models.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7700768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290</Words>
  <Application>Microsoft Office PowerPoint</Application>
  <PresentationFormat>Widescreen</PresentationFormat>
  <Paragraphs>58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Retail Transaction Data - Exploratory Data Analysis (EDA)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aditya bhardwaj</dc:creator>
  <cp:lastModifiedBy>aditya bhardwaj</cp:lastModifiedBy>
  <cp:revision>1</cp:revision>
  <dcterms:created xsi:type="dcterms:W3CDTF">2026-03-25T15:52:51Z</dcterms:created>
  <dcterms:modified xsi:type="dcterms:W3CDTF">2026-03-25T16:04:40Z</dcterms:modified>
</cp:coreProperties>
</file>